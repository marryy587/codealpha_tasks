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Phishing Awareness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Protect Yourself from Online Attacks</a:t>
            </a:r>
          </a:p>
          <a:p>
            <a:pPr>
              <a:defRPr sz="2000"/>
            </a:pPr>
            <a:r>
              <a:t>Prepared by: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Cyber attack to steal sensitive data</a:t>
            </a:r>
          </a:p>
          <a:p>
            <a:pPr>
              <a:defRPr sz="2000"/>
            </a:pPr>
            <a:r>
              <a:t>Targets passwords, banking info, personal data</a:t>
            </a:r>
          </a:p>
          <a:p>
            <a:pPr>
              <a:defRPr sz="2000"/>
            </a:pPr>
            <a:r>
              <a:t>Occurs via emails, links, fake websites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Email Phishing</a:t>
            </a:r>
          </a:p>
          <a:p>
            <a:pPr>
              <a:defRPr sz="2000"/>
            </a:pPr>
            <a:r>
              <a:t>Spear Phishing (targeted)</a:t>
            </a:r>
          </a:p>
          <a:p>
            <a:pPr>
              <a:defRPr sz="2000"/>
            </a:pPr>
            <a:r>
              <a:t>Smishing (SMS)</a:t>
            </a:r>
          </a:p>
          <a:p>
            <a:pPr>
              <a:defRPr sz="2000"/>
            </a:pPr>
            <a:r>
              <a:t>Vishing (voice)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How Phishing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Fake message is sent</a:t>
            </a:r>
          </a:p>
          <a:p>
            <a:pPr>
              <a:defRPr sz="2000"/>
            </a:pPr>
            <a:r>
              <a:t>Victim clicks link</a:t>
            </a:r>
          </a:p>
          <a:p>
            <a:pPr>
              <a:defRPr sz="2000"/>
            </a:pPr>
            <a:r>
              <a:t>Fake website opens</a:t>
            </a:r>
          </a:p>
          <a:p>
            <a:pPr>
              <a:defRPr sz="2000"/>
            </a:pPr>
            <a:r>
              <a:t>User enters credentials</a:t>
            </a:r>
          </a:p>
          <a:p>
            <a:pPr>
              <a:defRPr sz="2000"/>
            </a:pPr>
            <a:r>
              <a:t>Attacker steals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Recognizing Phishing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Unknown sender</a:t>
            </a:r>
          </a:p>
          <a:p>
            <a:pPr>
              <a:defRPr sz="2000"/>
            </a:pPr>
            <a:r>
              <a:t>Urgent or threatening tone</a:t>
            </a:r>
          </a:p>
          <a:p>
            <a:pPr>
              <a:defRPr sz="2000"/>
            </a:pPr>
            <a:r>
              <a:t>Spelling errors</a:t>
            </a:r>
          </a:p>
          <a:p>
            <a:pPr>
              <a:defRPr sz="2000"/>
            </a:pPr>
            <a:r>
              <a:t>Suspicious links/attachments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Fake Websites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Check URL carefully</a:t>
            </a:r>
          </a:p>
          <a:p>
            <a:pPr>
              <a:defRPr sz="2000"/>
            </a:pPr>
            <a:r>
              <a:t>Look for HTTPS</a:t>
            </a:r>
          </a:p>
          <a:p>
            <a:pPr>
              <a:defRPr sz="2000"/>
            </a:pPr>
            <a:r>
              <a:t>Avoid unusual domains</a:t>
            </a:r>
          </a:p>
          <a:p>
            <a:pPr>
              <a:defRPr sz="2000"/>
            </a:pPr>
            <a:r>
              <a:t>Example: bank.com vs fake-bank.xyz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Fear and urgency</a:t>
            </a:r>
          </a:p>
          <a:p>
            <a:pPr>
              <a:defRPr sz="2000"/>
            </a:pPr>
            <a:r>
              <a:t>Authority impersonation</a:t>
            </a:r>
          </a:p>
          <a:p>
            <a:pPr>
              <a:defRPr sz="2000"/>
            </a:pPr>
            <a:r>
              <a:t>Fake rewards</a:t>
            </a:r>
          </a:p>
          <a:p>
            <a:pPr>
              <a:defRPr sz="2000"/>
            </a:pPr>
            <a:r>
              <a:t>Emotional manipulation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 not click unknown links</a:t>
            </a:r>
          </a:p>
          <a:p>
            <a:pPr>
              <a:defRPr sz="2000"/>
            </a:pPr>
            <a:r>
              <a:t>Never share passwords</a:t>
            </a:r>
          </a:p>
          <a:p>
            <a:pPr>
              <a:defRPr sz="2000"/>
            </a:pPr>
            <a:r>
              <a:t>Verify sender</a:t>
            </a:r>
          </a:p>
          <a:p>
            <a:pPr>
              <a:defRPr sz="2000"/>
            </a:pPr>
            <a:r>
              <a:t>Use strong passwords</a:t>
            </a:r>
          </a:p>
          <a:p>
            <a:pPr>
              <a:defRPr sz="2000"/>
            </a:pPr>
            <a:r>
              <a:t>Enable 2FA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Fake bank email</a:t>
            </a:r>
          </a:p>
          <a:p>
            <a:pPr>
              <a:defRPr sz="2000"/>
            </a:pPr>
            <a:r>
              <a:t>Requests verification</a:t>
            </a:r>
          </a:p>
          <a:p>
            <a:pPr>
              <a:defRPr sz="2000"/>
            </a:pPr>
            <a:r>
              <a:t>Leads to fake login</a:t>
            </a:r>
          </a:p>
          <a:p>
            <a:pPr>
              <a:defRPr sz="2000"/>
            </a:pPr>
            <a:r>
              <a:t>Credentials stolen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Which is phishing sign? Urgent login request ✔</a:t>
            </a:r>
          </a:p>
          <a:p>
            <a:pPr>
              <a:defRPr sz="2000"/>
            </a:pPr>
            <a:r>
              <a:t>What to do? Delete/report 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Phishing is preventable</a:t>
            </a:r>
          </a:p>
          <a:p>
            <a:pPr>
              <a:defRPr sz="2000"/>
            </a:pPr>
            <a:r>
              <a:t>Stay cautious</a:t>
            </a:r>
          </a:p>
          <a:p>
            <a:pPr>
              <a:defRPr sz="2000"/>
            </a:pPr>
            <a:r>
              <a:t>Always verify before acting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6699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Stay Safe 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